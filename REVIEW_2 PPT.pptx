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20767-19D5-4170-8695-A2A47C55A98A}" v="22" dt="2025-11-12T18:10:53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693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087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270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257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889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62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9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017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187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29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4262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77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6212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245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3431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4069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080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8445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E556-2661-4F33-DFC8-747D620F8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935" y="2172929"/>
            <a:ext cx="11287433" cy="125607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    </a:t>
            </a:r>
            <a:r>
              <a:rPr lang="en-US" sz="3600" b="1" dirty="0"/>
              <a:t>Adaptive Lossless Compression of Floating-Point </a:t>
            </a:r>
            <a:br>
              <a:rPr lang="en-US" sz="3600" b="1" dirty="0"/>
            </a:br>
            <a:r>
              <a:rPr lang="en-US" sz="3600" b="1" dirty="0"/>
              <a:t>Time-Series Data Using Enhanced XOR-Based Encoding</a:t>
            </a:r>
            <a:endParaRPr lang="en-SG" sz="3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3B05B-E697-44DC-385A-E6554B70A442}"/>
              </a:ext>
            </a:extLst>
          </p:cNvPr>
          <p:cNvSpPr txBox="1"/>
          <p:nvPr/>
        </p:nvSpPr>
        <p:spPr>
          <a:xfrm>
            <a:off x="2133600" y="1061884"/>
            <a:ext cx="83869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Book Antiqua" panose="02040602050305030304" pitchFamily="18" charset="0"/>
              </a:rPr>
              <a:t>CSI3019 – ADVANCED DATA COMPRESSION TECHNIQUES</a:t>
            </a:r>
            <a:endParaRPr lang="en-IN" sz="2000" b="1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37F27-1122-1881-24F4-16CA91ED79F4}"/>
              </a:ext>
            </a:extLst>
          </p:cNvPr>
          <p:cNvSpPr txBox="1"/>
          <p:nvPr/>
        </p:nvSpPr>
        <p:spPr>
          <a:xfrm>
            <a:off x="7285703" y="3903406"/>
            <a:ext cx="36182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MEMBERS:</a:t>
            </a:r>
          </a:p>
          <a:p>
            <a:r>
              <a:rPr lang="en-IN" b="1" dirty="0"/>
              <a:t>22MID0012 SUVATHI S</a:t>
            </a:r>
          </a:p>
          <a:p>
            <a:r>
              <a:rPr lang="en-IN" b="1" dirty="0"/>
              <a:t>22MID0025 HARITHA R</a:t>
            </a:r>
          </a:p>
          <a:p>
            <a:r>
              <a:rPr lang="en-IN" b="1" dirty="0"/>
              <a:t>22MID0308 SUJITHA T</a:t>
            </a:r>
          </a:p>
          <a:p>
            <a:r>
              <a:rPr lang="en-IN" b="1" dirty="0"/>
              <a:t>22MID0319 SHRINIDHI K</a:t>
            </a:r>
          </a:p>
          <a:p>
            <a:r>
              <a:rPr lang="en-IN" b="1" dirty="0"/>
              <a:t>22MID0339 RAKSHANA B</a:t>
            </a:r>
          </a:p>
        </p:txBody>
      </p:sp>
    </p:spTree>
    <p:extLst>
      <p:ext uri="{BB962C8B-B14F-4D97-AF65-F5344CB8AC3E}">
        <p14:creationId xmlns:p14="http://schemas.microsoft.com/office/powerpoint/2010/main" val="16096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E6B0-0EE5-FB4D-FE1E-9705F9F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 </a:t>
            </a:r>
            <a:r>
              <a:rPr lang="en-SG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0CD7-9C98-794E-669E-81D1E4CD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4" y="1612490"/>
            <a:ext cx="10137058" cy="375592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Growth of time-series floating-point data in IoT, servers, finance, etc.</a:t>
            </a:r>
          </a:p>
          <a:p>
            <a:r>
              <a:rPr lang="en-US" b="1" dirty="0"/>
              <a:t>Challenge: Large storage, high transmission cost, and computation overhead.</a:t>
            </a:r>
          </a:p>
          <a:p>
            <a:r>
              <a:rPr lang="en-US" b="1" dirty="0"/>
              <a:t> Solution: ACTF (Adaptive Compression with Triple Features)</a:t>
            </a:r>
          </a:p>
          <a:p>
            <a:pPr marL="0" indent="0">
              <a:buNone/>
            </a:pPr>
            <a:r>
              <a:rPr lang="en-US" b="1" dirty="0"/>
              <a:t> – a novel lossless compression algorithm.</a:t>
            </a:r>
          </a:p>
          <a:p>
            <a:r>
              <a:rPr lang="en-US" b="1" dirty="0"/>
              <a:t> Combines data preprocessing, new coding strategies, and feature refinement.</a:t>
            </a:r>
          </a:p>
          <a:p>
            <a:r>
              <a:rPr lang="en-US" b="1" dirty="0"/>
              <a:t> Achieves +12.25% compression ratio and +27.21% efficiency compared to Gorilla, Chimp, Chimp128.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60179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20FBF-8B15-B66C-9FE3-0FC67329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Existing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EC1A-E45C-ECAD-4B56-A65CC2F1C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37188"/>
            <a:ext cx="9102572" cy="4911212"/>
          </a:xfrm>
        </p:spPr>
        <p:txBody>
          <a:bodyPr>
            <a:normAutofit/>
          </a:bodyPr>
          <a:lstStyle/>
          <a:p>
            <a:r>
              <a:rPr lang="en-SG" dirty="0"/>
              <a:t>Traditional Algorithms: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General compression (LZ4, Snappy, XZ, Brotli):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 Fast but not specialized for time-series floating points.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Gorilla (Facebook): XOR-based, efficient but weak with trailing zeros.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Chimp / Chimp128:Improved Gorilla with better XOR and leading zeros handling.</a:t>
            </a:r>
          </a:p>
          <a:p>
            <a:r>
              <a:rPr lang="en-SG" dirty="0"/>
              <a:t>Limitations: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Poor performance with long trailing zeros.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 High redundancy in edge cases.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Limited adaptability to varied datasets.</a:t>
            </a:r>
          </a:p>
        </p:txBody>
      </p:sp>
    </p:spTree>
    <p:extLst>
      <p:ext uri="{BB962C8B-B14F-4D97-AF65-F5344CB8AC3E}">
        <p14:creationId xmlns:p14="http://schemas.microsoft.com/office/powerpoint/2010/main" val="185651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0683-9ACF-E199-AABC-4C9E7423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Existing Work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7632-9A90-3C8D-D62B-91805396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56" y="1258530"/>
            <a:ext cx="10009238" cy="498987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Trailing Zero Inefficiency</a:t>
            </a:r>
            <a:endParaRPr lang="en-US" dirty="0"/>
          </a:p>
          <a:p>
            <a:pPr lvl="1"/>
            <a:r>
              <a:rPr lang="en-US" dirty="0"/>
              <a:t>Both algorithms always output trailing zero fields (e.g., 6 bits in Gorilla), even when the trailing zero count is small or nearly zero—wastes bits.</a:t>
            </a:r>
          </a:p>
          <a:p>
            <a:r>
              <a:rPr lang="en-US" b="1" dirty="0"/>
              <a:t>Limited Handling of Leading Zeros</a:t>
            </a:r>
            <a:endParaRPr lang="en-US" dirty="0"/>
          </a:p>
          <a:p>
            <a:pPr lvl="1"/>
            <a:r>
              <a:rPr lang="en-US" dirty="0"/>
              <a:t>Fixed-length encoding for leading zeros (e.g., 5 bits in Gorilla) is not adaptive or efficient for datasets with frequent long zero runs.</a:t>
            </a:r>
          </a:p>
          <a:p>
            <a:r>
              <a:rPr lang="en-US" b="1" dirty="0"/>
              <a:t>Flag Structure Not Optimized</a:t>
            </a:r>
            <a:endParaRPr lang="en-US" dirty="0"/>
          </a:p>
          <a:p>
            <a:pPr lvl="1"/>
            <a:r>
              <a:rPr lang="en-US" dirty="0"/>
              <a:t>Shortest flag assigned to rare cases (exact value repeat), but most time-series values only partially repeat—opportunity for savings is missed.</a:t>
            </a:r>
          </a:p>
          <a:p>
            <a:r>
              <a:rPr lang="en-US" b="1" dirty="0"/>
              <a:t>Pattern Reuse is Limited</a:t>
            </a:r>
            <a:endParaRPr lang="en-US" dirty="0"/>
          </a:p>
          <a:p>
            <a:pPr lvl="1"/>
            <a:r>
              <a:rPr lang="en-US" dirty="0"/>
              <a:t>Only immediate previous value is used for compression; recurring XOR or center bit patterns beyond neighbor are ignored.</a:t>
            </a:r>
          </a:p>
          <a:p>
            <a:r>
              <a:rPr lang="en-US" b="1" dirty="0"/>
              <a:t>Struggles with High-Precision Data</a:t>
            </a:r>
            <a:endParaRPr lang="en-US" dirty="0"/>
          </a:p>
          <a:p>
            <a:pPr lvl="1"/>
            <a:r>
              <a:rPr lang="en-US" dirty="0"/>
              <a:t>On highly dynamic or high-precision data, savings are minimal due to lack of deeper pattern mining.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772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A987-2D62-5C33-C50E-6B5C67EAD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FLOW OF EXISTING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628E-6061-0241-6E9D-1356CC72E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GORILLA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72E8D-3C99-5A5B-FAE3-0B5AB73DE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CHIMP</a:t>
            </a:r>
          </a:p>
          <a:p>
            <a:endParaRPr lang="en-IN" dirty="0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D283B54-7E1C-9A92-DED7-775ED4E98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387" y="2495841"/>
            <a:ext cx="4102861" cy="40751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8DD28E9C-DD95-4742-BC6C-A02893155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355" y="2680024"/>
            <a:ext cx="5397910" cy="3706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45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98CF-3D50-9C21-3435-31C037BF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Proposed Methodology (ACTF)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D715-6443-435B-4A0E-6094A97D9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4" y="1415846"/>
            <a:ext cx="9037130" cy="48325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 Data Preprocessing</a:t>
            </a:r>
            <a:endParaRPr lang="en-US" dirty="0"/>
          </a:p>
          <a:p>
            <a:pPr lvl="1"/>
            <a:r>
              <a:rPr lang="en-US" dirty="0"/>
              <a:t>Pre-check for equality and encode repeats with a special flag ('00'), skipping unnecessary calculations.</a:t>
            </a:r>
          </a:p>
          <a:p>
            <a:pPr marL="0" indent="0">
              <a:buNone/>
            </a:pPr>
            <a:r>
              <a:rPr lang="en-US" b="1" dirty="0"/>
              <a:t>Step 2: Coding Category Expansion</a:t>
            </a:r>
            <a:endParaRPr lang="en-US" dirty="0"/>
          </a:p>
          <a:p>
            <a:pPr lvl="1"/>
            <a:r>
              <a:rPr lang="en-US" dirty="0"/>
              <a:t>Introduces new branches ('110', '111') for recurring center/XOR patterns, further saving space on repeating structures.</a:t>
            </a:r>
          </a:p>
          <a:p>
            <a:pPr marL="0" indent="0">
              <a:buNone/>
            </a:pPr>
            <a:r>
              <a:rPr lang="en-US" b="1" dirty="0"/>
              <a:t>Step 3: Feature Representation Refinement</a:t>
            </a:r>
            <a:endParaRPr lang="en-US" dirty="0"/>
          </a:p>
          <a:p>
            <a:pPr lvl="1"/>
            <a:r>
              <a:rPr lang="en-US" dirty="0"/>
              <a:t>Uses shorter fields and adaptive bit allocation for leading/trailing zeros, fitted to dataset statistics (e.g., restrict </a:t>
            </a:r>
            <a:r>
              <a:rPr lang="en-US" dirty="0" err="1"/>
              <a:t>L_count</a:t>
            </a:r>
            <a:r>
              <a:rPr lang="en-US" dirty="0"/>
              <a:t>, </a:t>
            </a:r>
            <a:r>
              <a:rPr lang="en-US" dirty="0" err="1"/>
              <a:t>T_count</a:t>
            </a:r>
            <a:r>
              <a:rPr lang="en-US" dirty="0"/>
              <a:t> for relevant cases).</a:t>
            </a:r>
          </a:p>
          <a:p>
            <a:pPr marL="0" indent="0">
              <a:buNone/>
            </a:pPr>
            <a:r>
              <a:rPr lang="en-US" b="1" dirty="0"/>
              <a:t>Step 4: Robust Edge-Case Handling</a:t>
            </a:r>
            <a:endParaRPr lang="en-US" dirty="0"/>
          </a:p>
          <a:p>
            <a:pPr lvl="1"/>
            <a:r>
              <a:rPr lang="en-US" dirty="0"/>
              <a:t>Optimizes long plateaus, recurring centers, and runs of zeros using custom flags and encoding, not present in Gorilla/Chimp.</a:t>
            </a:r>
          </a:p>
          <a:p>
            <a:pPr marL="0" indent="0">
              <a:buNone/>
            </a:pPr>
            <a:r>
              <a:rPr lang="en-US" b="1" dirty="0"/>
              <a:t>Step 5: Achieved Improvements</a:t>
            </a:r>
            <a:endParaRPr lang="en-US" dirty="0"/>
          </a:p>
          <a:p>
            <a:pPr lvl="1"/>
            <a:r>
              <a:rPr lang="en-US" dirty="0"/>
              <a:t>Higher compression ratios and faster (de)compression, especially for sensor, IoT, and scientific time series.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7100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D7D9-E424-F8BD-D752-57C7D235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54741" cy="786147"/>
          </a:xfrm>
        </p:spPr>
        <p:txBody>
          <a:bodyPr/>
          <a:lstStyle/>
          <a:p>
            <a:r>
              <a:rPr lang="en-IN" dirty="0"/>
              <a:t>COMPRESSION WORKFLOW OF ACTF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795DACAF-1A79-B285-CBC2-69D5075CE3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787" y="1447571"/>
            <a:ext cx="3903407" cy="5130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556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EF28-C5D4-022E-46A1-16F94CC2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52718"/>
            <a:ext cx="9441234" cy="923798"/>
          </a:xfrm>
        </p:spPr>
        <p:txBody>
          <a:bodyPr/>
          <a:lstStyle/>
          <a:p>
            <a:r>
              <a:rPr lang="en-IN" dirty="0"/>
              <a:t>DECOMPRESSION OF ACTF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A8675A-90A1-8E14-3299-4C1DFA9BC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504" y="1462342"/>
            <a:ext cx="4869419" cy="455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63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5310-0F75-AEF8-9E35-C2E83953B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452718"/>
            <a:ext cx="9411737" cy="106456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60A813-4C5E-01E8-EA7F-8C04CE157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17283"/>
            <a:ext cx="1071470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ACTF algorithm provides significantly better compression ratios and speed compared to existing techniques like Chimp and Gorilla for floating-point time series, as demonstrated in experimental studies.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algorithms are fast but leave space savings on the table due to limited flag structures and underutilization of recurring patterns and zero runs.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ACTF introduces smarter preprocessing and new encoding branches, which efficiently handle repeated values and adaptive bit allocation.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result, ACTF offers lossless compression, faster (de)compression time, and greater space efficiency in real-world scenarios.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directly addressing the limitations of Chimp and Gorilla, ACTF is shown to be a superior method for time series floating-point data compression.</a:t>
            </a:r>
          </a:p>
        </p:txBody>
      </p:sp>
    </p:spTree>
    <p:extLst>
      <p:ext uri="{BB962C8B-B14F-4D97-AF65-F5344CB8AC3E}">
        <p14:creationId xmlns:p14="http://schemas.microsoft.com/office/powerpoint/2010/main" val="1797914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54</TotalTime>
  <Words>629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Book Antiqua</vt:lpstr>
      <vt:lpstr>Century Gothic</vt:lpstr>
      <vt:lpstr>Wingdings</vt:lpstr>
      <vt:lpstr>Wingdings 3</vt:lpstr>
      <vt:lpstr>Ion</vt:lpstr>
      <vt:lpstr>    Adaptive Lossless Compression of Floating-Point  Time-Series Data Using Enhanced XOR-Based Encoding</vt:lpstr>
      <vt:lpstr> Abstract</vt:lpstr>
      <vt:lpstr>Existing Methodology</vt:lpstr>
      <vt:lpstr>Limitations of Existing Work</vt:lpstr>
      <vt:lpstr>WORK FLOW OF EXISTING</vt:lpstr>
      <vt:lpstr>Proposed Methodology (ACTF)</vt:lpstr>
      <vt:lpstr>COMPRESSION WORKFLOW OF ACTF</vt:lpstr>
      <vt:lpstr>DECOMPRESSION OF ACTF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Sujitha T</dc:creator>
  <cp:lastModifiedBy>Suvathi S</cp:lastModifiedBy>
  <cp:revision>4</cp:revision>
  <dcterms:created xsi:type="dcterms:W3CDTF">2025-09-15T04:49:39Z</dcterms:created>
  <dcterms:modified xsi:type="dcterms:W3CDTF">2025-11-12T19:41:21Z</dcterms:modified>
</cp:coreProperties>
</file>